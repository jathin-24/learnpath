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94360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</a:rPr>
              <a:t>HCLTECH AMPLIFIED ROUND 2 —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</a:rPr>
              <a:t>LearnPath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</a:rPr>
              <a:t>An AI that plans YOUR learning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A simple explainer — no technical background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LearnPath  •  github.com/Jathin-24/LearnPath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WHY THIS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problem we set out to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34D399"/>
                </a:solidFill>
              </a:rPr>
              <a:t>There are THOUSANDS of courses online, </a:t>
            </a:r>
            <a:r>
              <a:rPr sz="1900">
                <a:solidFill>
                  <a:srgbClr val="E2E8F0"/>
                </a:solidFill>
              </a:rPr>
              <a:t>but nobody tells you the “order” to take them in.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4D399"/>
                </a:solidFill>
              </a:rPr>
              <a:t>Everyone learns differently. </a:t>
            </a:r>
            <a:r>
              <a:rPr sz="1900">
                <a:solidFill>
                  <a:srgbClr val="E2E8F0"/>
                </a:solidFill>
              </a:rPr>
              <a:t>Your goals, your experience, your pace are all different.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4D399"/>
                </a:solidFill>
              </a:rPr>
              <a:t>People waste hours on things they already know, </a:t>
            </a:r>
            <a:r>
              <a:rPr sz="1900">
                <a:solidFill>
                  <a:srgbClr val="E2E8F0"/>
                </a:solidFill>
              </a:rPr>
              <a:t>and miss the basics they actually needed first.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34D399"/>
                </a:solidFill>
              </a:rPr>
              <a:t>A generic “buy this course” list </a:t>
            </a:r>
            <a:r>
              <a:rPr sz="1900">
                <a:solidFill>
                  <a:srgbClr val="E2E8F0"/>
                </a:solidFill>
              </a:rPr>
              <a:t>ignores where YOU are starting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4D399"/>
                </a:solidFill>
              </a:rPr>
              <a:t>LearnPath's question: “Tell us your goal — and we'll build the path to get you there.”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THE ONE-SENTENCE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LearnPath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</a:rPr>
              <a:t>You tell LearnPath what you want to learn and what you already know. It builds a step-by-step study plan just for you — then it checks your understanding and updates the plan as you 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1. We get to know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852928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 friendly chat asks: what's your goal? how much do you already know?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93008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02736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2. We check your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02736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 short quiz finds what you know (and what you don't).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42816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52544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3. We build your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352544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 clear, ordered list of topics — prerequisites first, milestones along the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92624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02352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4. You 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102352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One topic at a time — with mini-quizzes, a final test, a project, and a tutor to ask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42432"/>
            <a:ext cx="10515600" cy="658368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5. It adapts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85216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As you progress, LearnPath updates what you should learn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SEE IT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real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448056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Meet Priya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34D399"/>
                </a:solidFill>
              </a:rPr>
              <a:t>Priya types: </a:t>
            </a:r>
            <a:r>
              <a:rPr sz="1600">
                <a:solidFill>
                  <a:srgbClr val="E2E8F0"/>
                </a:solidFill>
              </a:rPr>
              <a:t>“I want to become a backend developer. I know some Python.”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4D399"/>
                </a:solidFill>
              </a:rPr>
              <a:t>LearnPath chats with her </a:t>
            </a:r>
            <a:r>
              <a:rPr sz="1600">
                <a:solidFill>
                  <a:srgbClr val="E2E8F0"/>
                </a:solidFill>
              </a:rPr>
              <a:t>and checks what she already understands with a short quiz.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4D399"/>
                </a:solidFill>
              </a:rPr>
              <a:t>It builds her roadmap: </a:t>
            </a:r>
            <a:r>
              <a:rPr sz="1600">
                <a:solidFill>
                  <a:srgbClr val="E2E8F0"/>
                </a:solidFill>
              </a:rPr>
              <a:t>start with core concepts she's missing — Python basics → databases → APIs → building real apps.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4D399"/>
                </a:solidFill>
              </a:rPr>
              <a:t>Each topic has </a:t>
            </a:r>
            <a:r>
              <a:rPr sz="1600">
                <a:solidFill>
                  <a:srgbClr val="E2E8F0"/>
                </a:solidFill>
              </a:rPr>
              <a:t>bite-sized lessons, a quick quiz, a final test, and a hands-on project.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34D399"/>
                </a:solidFill>
              </a:rPr>
              <a:t>If Priya skips ahead or learns fast, </a:t>
            </a:r>
            <a:r>
              <a:rPr sz="1600">
                <a:solidFill>
                  <a:srgbClr val="E2E8F0"/>
                </a:solidFill>
              </a:rPr>
              <a:t>the plan updates to keep her on track.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THE CLEVER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How it's smart (without the jargon)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09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Personalized, not generic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two learners get the same plan — it starts from your answers, not a template.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09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Learns from its own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It has a catalog of 80 real courses reviewed by 100,000+ learners.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644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Fills in the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2160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If a topic isn't in its catalog, it searches the open web for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15468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6440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Checks, doesn't guess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2160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Quizzes are scored fairly and consistently — it doesn't just take a teacher's hunch.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188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Explains its choices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7608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Click “why this topic?” and it tells you the reason.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7091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188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Keeps you motivated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276088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Streaks, badges, and review reminders to help you stay on track.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NO CODE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What's under the hood (plain terms)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310896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97840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Think of LearnPath as three helpers working together behind the scenes:
1.  A STUDY LIBRARY of 80 courses (with real learner reviews). LearnPath searches it to find the topics that fit your goal.
2.  A RESEARCH ASSISTANT that looks up the open web for topics not in its library, so you always get up-to-date material.
3.  AN AI TUTOR that has the conversation with you, grades your quizzes fairly, and explains why each topic is in your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It runs in your web browser, keeps your progress safe in a secure database, and works on any phone, tablet, or computer.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THE JOURNEY WASN'T 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Challenges we overcame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09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A huge, messy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67128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100,000+ reviews with no structure — we cleaned it into a useful course 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09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Limited free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Big AI models wouldn't run on the free service — we made a lighter, faster design that still works great.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918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015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AI that makes mistakes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58768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AI can sometimes make things up — we built checks so it only suggests courses/topics that really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Unreliable external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58768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Free AI providers can be slow or fail — we built automatic fallbacks so it keeps working.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161E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IT'S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You can try it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LearnPath — HCLTech AMPLIFIED Round 2  |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54480"/>
            <a:ext cx="10515600" cy="2377440"/>
          </a:xfrm>
          <a:prstGeom prst="roundRect">
            <a:avLst>
              <a:gd name="adj" fmla="val 8000"/>
            </a:avLst>
          </a:prstGeom>
          <a:solidFill>
            <a:srgbClr val="16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</a:rPr>
              <a:t>Try it right now: </a:t>
            </a:r>
            <a:r>
              <a:rPr sz="1500">
                <a:solidFill>
                  <a:srgbClr val="E2E8F0"/>
                </a:solidFill>
              </a:rPr>
              <a:t>it's running on the public web — just open the app, type a goal, and watch your plan get built.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4D399"/>
                </a:solidFill>
              </a:rPr>
              <a:t>Works instantly: </a:t>
            </a:r>
            <a:r>
              <a:rPr sz="1500">
                <a:solidFill>
                  <a:srgbClr val="E2E8F0"/>
                </a:solidFill>
              </a:rPr>
              <a:t>no app to install, no account needed to explore — you can jump straight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10515600" cy="1737360"/>
          </a:xfrm>
          <a:prstGeom prst="roundRect">
            <a:avLst>
              <a:gd name="adj" fmla="val 8000"/>
            </a:avLst>
          </a:prstGeom>
          <a:solidFill>
            <a:srgbClr val="0B1120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20"/>
            <a:ext cx="9784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</a:rPr>
              <a:t>“We don't tell you what to learn. We continuously figure out what you should learn NEXT — so every minute of study counts.”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